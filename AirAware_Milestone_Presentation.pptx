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448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87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088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60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96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64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06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92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755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499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27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71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AirAware – Smart Air Quality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Milestone-based Project Presentation</a:t>
            </a:r>
          </a:p>
          <a:p>
            <a:r>
              <a:t>Frontend + Backend + Real-Time AQI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1 – Basic Project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400" dirty="0"/>
              <a:t>Project Title: </a:t>
            </a:r>
            <a:r>
              <a:rPr sz="2400" dirty="0" err="1"/>
              <a:t>AirAware</a:t>
            </a:r>
            <a:r>
              <a:rPr sz="2400" dirty="0"/>
              <a:t> – Smart Air Quality Prediction System</a:t>
            </a:r>
          </a:p>
          <a:p>
            <a:r>
              <a:rPr sz="2400" dirty="0"/>
              <a:t>Problem Statement: Air pollution impacts health and environment, but users lack simple tools to monitor AQI.</a:t>
            </a:r>
          </a:p>
          <a:p>
            <a:r>
              <a:rPr sz="2400" dirty="0"/>
              <a:t>Objective: Build an interactive dashboard to monitor, analyze, and predict air quality.</a:t>
            </a:r>
          </a:p>
          <a:p>
            <a:r>
              <a:rPr sz="2400" dirty="0"/>
              <a:t>Target Users: Students, researchers, city residents, and organizations.</a:t>
            </a:r>
          </a:p>
          <a:p>
            <a:r>
              <a:rPr sz="2400" dirty="0"/>
              <a:t>Technology Stack Overview: HTML, CSS, JavaScript, Python,</a:t>
            </a:r>
            <a:r>
              <a:rPr lang="en-IN" sz="2400" dirty="0"/>
              <a:t>React</a:t>
            </a:r>
            <a:r>
              <a:rPr sz="2400" dirty="0"/>
              <a:t>,</a:t>
            </a:r>
            <a:r>
              <a:rPr lang="en-IN" sz="2400" dirty="0" err="1"/>
              <a:t>MySQl</a:t>
            </a:r>
            <a:r>
              <a:rPr sz="2400" dirty="0"/>
              <a:t>.</a:t>
            </a:r>
          </a:p>
          <a:p>
            <a:r>
              <a:rPr sz="2400" dirty="0"/>
              <a:t>Outcome: Clear understanding of AQI, pollutants, and weather conditions.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1 –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Frontend: User interface for AQI visualization.</a:t>
            </a:r>
          </a:p>
          <a:p>
            <a:r>
              <a:rPr dirty="0"/>
              <a:t>Backend: </a:t>
            </a:r>
            <a:r>
              <a:rPr lang="en-IN" dirty="0"/>
              <a:t>React </a:t>
            </a:r>
            <a:r>
              <a:rPr dirty="0"/>
              <a:t>server handling APIs and data processing.</a:t>
            </a:r>
          </a:p>
          <a:p>
            <a:r>
              <a:rPr dirty="0"/>
              <a:t>Database: </a:t>
            </a:r>
            <a:r>
              <a:rPr lang="en-IN" dirty="0"/>
              <a:t>MySQL</a:t>
            </a:r>
            <a:r>
              <a:rPr dirty="0"/>
              <a:t>for storing live and historical AQI data.</a:t>
            </a:r>
          </a:p>
          <a:p>
            <a:r>
              <a:rPr dirty="0"/>
              <a:t>APIs: </a:t>
            </a:r>
            <a:r>
              <a:rPr dirty="0" err="1"/>
              <a:t>OpenAQ</a:t>
            </a:r>
            <a:r>
              <a:rPr dirty="0"/>
              <a:t> for real-time data, UCI dataset for historical analysis.</a:t>
            </a:r>
          </a:p>
          <a:p>
            <a:r>
              <a:rPr dirty="0"/>
              <a:t>Flow: User → Frontend → Backend → API/Database → Frontend.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2 – Frontend Implementation (100%)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Fully responsive dashboard with modern UI.</a:t>
            </a:r>
          </a:p>
          <a:p>
            <a:r>
              <a:t>Light mode (pastel theme) and Dark mode (custom dark palette).</a:t>
            </a:r>
          </a:p>
          <a:p>
            <a:r>
              <a:t>Interactive charts using Chart.js (line, bar, pie).</a:t>
            </a:r>
          </a:p>
          <a:p>
            <a:r>
              <a:t>AQI gauge displaying current air quality level.</a:t>
            </a:r>
          </a:p>
          <a:p>
            <a:r>
              <a:t>Weather section showing temperature, sunrise, sunset with emojis.</a:t>
            </a:r>
          </a:p>
          <a:p>
            <a:r>
              <a:t>Pollutant cards: PM2.5, PM10, CO₂, NO₂ with real-time values.</a:t>
            </a:r>
          </a:p>
          <a:p>
            <a:r>
              <a:t>Multi-page navigation: Dashboard, History, Comparison.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2 – UI &amp; UX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Colorful pastel layout for better readability.</a:t>
            </a:r>
          </a:p>
          <a:p>
            <a:r>
              <a:t>Emoji-based indicators for weather and air quality.</a:t>
            </a:r>
          </a:p>
          <a:p>
            <a:r>
              <a:t>Click-based navigation instead of long scrolling.</a:t>
            </a:r>
          </a:p>
          <a:p>
            <a:r>
              <a:t>Suggestion panel providing health &amp; activity tips.</a:t>
            </a:r>
          </a:p>
          <a:p>
            <a:r>
              <a:t>User-friendly design suitable for non-technical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3 – Backend &amp; Frontend Integration (75%)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Backend developed using Python </a:t>
            </a:r>
            <a:r>
              <a:rPr lang="en-IN" dirty="0"/>
              <a:t>React</a:t>
            </a:r>
            <a:r>
              <a:rPr dirty="0"/>
              <a:t>.</a:t>
            </a:r>
          </a:p>
          <a:p>
            <a:r>
              <a:rPr dirty="0"/>
              <a:t>REST APIs created for live AQI, historical data, and suggestions.</a:t>
            </a:r>
          </a:p>
          <a:p>
            <a:r>
              <a:rPr dirty="0"/>
              <a:t>Open</a:t>
            </a:r>
            <a:r>
              <a:rPr lang="en-IN" dirty="0"/>
              <a:t> </a:t>
            </a:r>
            <a:r>
              <a:rPr dirty="0"/>
              <a:t>AQ API integrated for real-time air quality data.</a:t>
            </a:r>
          </a:p>
          <a:p>
            <a:r>
              <a:rPr dirty="0"/>
              <a:t>UCI Air Quality dataset integrated for historical trends.</a:t>
            </a:r>
          </a:p>
          <a:p>
            <a:r>
              <a:rPr dirty="0"/>
              <a:t>Frontend dynamically fetches data from backend APIs.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3 – Database &amp; Data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MySQL</a:t>
            </a:r>
            <a:r>
              <a:rPr dirty="0"/>
              <a:t>used to store live AQI readings.</a:t>
            </a:r>
          </a:p>
          <a:p>
            <a:r>
              <a:rPr dirty="0"/>
              <a:t>Stores city-wise pollutant data with timestamps.</a:t>
            </a:r>
          </a:p>
          <a:p>
            <a:r>
              <a:rPr dirty="0"/>
              <a:t>Allows reuse of data for analysis and predictions.</a:t>
            </a:r>
          </a:p>
          <a:p>
            <a:r>
              <a:rPr dirty="0"/>
              <a:t>Scalable structure for adding more cities in future.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Status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Current Completion: ~75% (Frontend + Backend integrated).</a:t>
            </a:r>
          </a:p>
          <a:p>
            <a:r>
              <a:rPr sz="2400" dirty="0"/>
              <a:t>Future Scope:</a:t>
            </a:r>
          </a:p>
          <a:p>
            <a:r>
              <a:rPr sz="2400" dirty="0"/>
              <a:t>• Add machine learning model for AQI prediction.</a:t>
            </a:r>
          </a:p>
          <a:p>
            <a:r>
              <a:rPr sz="2400" dirty="0"/>
              <a:t>• Improve accuracy using Random Forest / Linear Regression.</a:t>
            </a:r>
          </a:p>
          <a:p>
            <a:r>
              <a:rPr sz="2400" dirty="0"/>
              <a:t>• Add user login and personalization.</a:t>
            </a:r>
          </a:p>
          <a:p>
            <a:r>
              <a:rPr sz="2400" dirty="0"/>
              <a:t>• Deploy application on cloud (AWS / Render).</a:t>
            </a:r>
          </a:p>
          <a:p>
            <a:r>
              <a:rPr sz="2400" dirty="0"/>
              <a:t>• Mobile-friendly version</a:t>
            </a:r>
            <a:r>
              <a:rPr sz="28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CCB53B6-7D4B-5619-A598-608CBCF078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997241"/>
            <a:ext cx="4956342" cy="3304357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AB34FC-F679-C210-19C0-5156BA01D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342" y="1886791"/>
            <a:ext cx="3958390" cy="352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139636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1043</TotalTime>
  <Words>456</Words>
  <Application>Microsoft Office PowerPoint</Application>
  <PresentationFormat>On-screen Show (4:3)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Corbel</vt:lpstr>
      <vt:lpstr>Wingdings 2</vt:lpstr>
      <vt:lpstr>Frame</vt:lpstr>
      <vt:lpstr>AirAware – Smart Air Quality Prediction System</vt:lpstr>
      <vt:lpstr>Milestone 1 – Basic Project Information</vt:lpstr>
      <vt:lpstr>Milestone 1 – System Architecture</vt:lpstr>
      <vt:lpstr>Milestone 2 – Frontend Implementation (100%)</vt:lpstr>
      <vt:lpstr>Milestone 2 – UI &amp; UX Features</vt:lpstr>
      <vt:lpstr>Milestone 3 – Backend &amp; Frontend Integration (75%)</vt:lpstr>
      <vt:lpstr>Milestone 3 – Database &amp; Data Handling</vt:lpstr>
      <vt:lpstr>Current Status &amp; Future Enhancements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Fariha Naureen</cp:lastModifiedBy>
  <cp:revision>5</cp:revision>
  <dcterms:created xsi:type="dcterms:W3CDTF">2013-01-27T09:14:16Z</dcterms:created>
  <dcterms:modified xsi:type="dcterms:W3CDTF">2025-12-21T05:32:52Z</dcterms:modified>
  <cp:category/>
</cp:coreProperties>
</file>